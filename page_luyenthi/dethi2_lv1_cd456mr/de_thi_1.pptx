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CCBCB-E730-42CB-B063-1D3745E40696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B88293-E412-43F2-B9F4-111E041F3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87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88293-E412-43F2-B9F4-111E041F37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97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0864F-6BC6-0FD6-B6FD-4BBD7E506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A0AA6-45F5-BBA4-3CB9-8D9AE47E4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41EBC-18BA-1BED-0581-4E905C18C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B1905-3EC0-B1E8-151E-E505C298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B8A79-58F8-4963-F591-051B809D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78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B579B-2016-8FCB-B1BF-11B3BDA62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1EEC8-5486-6AD2-BB14-70C87E2DD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D0AAC-1CFE-FD6B-8FB4-2296B109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C73B0-0BD5-4BE4-C8ED-4EBB3496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F1FEB-11B7-675E-69B9-89AE6B265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0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D3058-664B-2E1E-0BD4-61BE6A7E0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F63CE-8FE2-4F7A-112F-F1706E07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122EE-FEFB-1A7B-D480-87D60A3DC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F99A7-A08A-D728-C337-4381E0DCE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37154-4DA0-EA4A-80CC-79AAC497F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84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C0B16-FAD2-696D-A967-8AD1ADF7B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4B39A-C915-EA05-AB98-DFD279BA3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4F510-0FC5-BEE6-5004-3065F81E5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80A40-29FF-BFFD-3BEE-A36D7F1A8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9E8AC-86FA-381D-5718-3D31F6D8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C1057-69C2-B580-0FC4-9E12DC21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9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EB365-E517-813F-716C-328FDB562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AB3E2-1E65-1C08-AAD0-1FC7DCFE6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092AD-835B-072B-83F0-151FAE458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0D55A-CDB8-AE64-F7D5-C31676103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4B4F03-3AC5-7577-2529-B577C1B720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2A94DB-C7CB-2D8D-7326-BCB9A6B7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E5131-E190-BDC1-A24B-76F6A79CF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6F9C13-0631-3D42-5974-097474A3E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35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AFDE7-0525-CFAB-0066-311B34A7F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B284D-C0E1-1A01-A91B-0E393BE14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89331-4DC5-98AD-60BB-8B03E1C6E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17D3E7-C929-B5D3-4004-BC3785511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90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FE274-F43A-4CD4-E5A4-028B38B4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BCDAF3-8166-0A99-9E27-D0A1584B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87385-5F5F-3434-0F39-BB186A887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80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095EB-8E2B-07EC-EFB1-1B763CC38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4576-0CB4-A243-293A-5A992DBF5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43F47-DF85-C785-63AD-FD52484C9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71632-8A49-C97D-C3CB-D4D1B6F5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B964D-FD6D-3630-F6F0-5DC12A01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459CB-B982-00E5-AE7B-58577F40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34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9A4A7-892A-1EFE-A017-A130F6096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9B83D0-92B2-B159-CBD4-88FC57FC0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F43F8-4105-D41B-C907-D2B99F449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22D4D-26F3-1198-390E-A79DFF2C3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2DAA7-0217-E5BE-72AF-6280CE4AC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85D53-5BFA-1343-5D82-245B3D66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44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900E-9201-2D96-0E50-94EE1C915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78E14-217B-9FE3-778F-FC7295CB1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2E6DB-C255-8D20-3EF5-EBF712450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8A454-8A54-AB83-68EC-22C2CA458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4581A-F70F-0E6C-81B5-49673CC7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4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84145-47E5-9C1B-BB36-59823B836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E12E6-F845-6F81-12C6-679F4358B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7EB6A-09B4-8727-9125-0FFBC7719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A20E3-89AA-47BE-BAF1-8497D00E17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00626-0456-8601-0FC2-DCAFBE675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FFFA9-3183-0145-844A-F08C78E6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32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AA904-76F3-FD76-DEAB-83F7E0647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2860C-0903-C36E-764C-0909C3CF8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9E897-A961-632F-1046-A0D68F596A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A20E3-89AA-47BE-BAF1-8497D00E175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62080-7050-993F-BB94-5121F2EA6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2F350-0402-AACD-4791-D9C995873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875360-130B-4394-83E7-2A9577133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7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PRING_QUIZ_SHAPE0">
            <a:extLst>
              <a:ext uri="{FF2B5EF4-FFF2-40B4-BE49-F238E27FC236}">
                <a16:creationId xmlns:a16="http://schemas.microsoft.com/office/drawing/2014/main" id="{C0D84584-45A5-5F64-92E4-8CD27AF457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SPRING_QUIZ_SHAPE1">
            <a:extLst>
              <a:ext uri="{FF2B5EF4-FFF2-40B4-BE49-F238E27FC236}">
                <a16:creationId xmlns:a16="http://schemas.microsoft.com/office/drawing/2014/main" id="{AAE800CF-914B-E8EE-CCA4-AE9B0B73D95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6" name="ISPRING_QUIZ_SHAPE2">
            <a:extLst>
              <a:ext uri="{FF2B5EF4-FFF2-40B4-BE49-F238E27FC236}">
                <a16:creationId xmlns:a16="http://schemas.microsoft.com/office/drawing/2014/main" id="{DDF19990-0DC0-6F19-7E43-F2C3EC3942E1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en-US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Quiz</a:t>
            </a:r>
          </a:p>
        </p:txBody>
      </p:sp>
      <p:pic>
        <p:nvPicPr>
          <p:cNvPr id="10" name="ISPRING_QUIZ_SHAPE3">
            <a:extLst>
              <a:ext uri="{FF2B5EF4-FFF2-40B4-BE49-F238E27FC236}">
                <a16:creationId xmlns:a16="http://schemas.microsoft.com/office/drawing/2014/main" id="{FBD83549-9E52-604B-21E5-D06EC064D6F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57855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11" name="ISPRING_QUIZ_SHAPE4">
            <a:extLst>
              <a:ext uri="{FF2B5EF4-FFF2-40B4-BE49-F238E27FC236}">
                <a16:creationId xmlns:a16="http://schemas.microsoft.com/office/drawing/2014/main" id="{9836F626-21E6-6648-771B-D9E3A3AF017D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en-US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Click the </a:t>
            </a:r>
            <a:r>
              <a:rPr lang="en-US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Quiz</a:t>
            </a:r>
            <a:r>
              <a:rPr lang="en-US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button to edit this object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05923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OJECT_VERSION" val="9.3"/>
  <p:tag name="ISPRING_PROJECT_FOLDER_UPDATED" val="1"/>
  <p:tag name="ISPRING_FIRST_PUBLISH" val="1"/>
  <p:tag name="ISPRING_LMS_API_VERSION" val="SCORM 2004 (2nd edition)"/>
  <p:tag name="ISPRING_ULTRA_SCORM_COURSE_ID" val="F5565A44-AE33-41D0-BABD-9966499B61A9"/>
  <p:tag name="ISPRING_CMI5_LAUNCH_METHOD" val="any window"/>
  <p:tag name="ISPRINGCLOUDFOLDERID" val="1"/>
  <p:tag name="ISPRINGONLINEFOLDERID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}}"/>
  <p:tag name="ISPRING_SCORM_RATE_SLIDES" val="0"/>
  <p:tag name="ISPRING_CURRENT_PLAYER_ID" val="universal"/>
  <p:tag name="ISPRING_UUID" val="{E9B07E0C-A7CC-4F0C-A8ED-1AC14771D8F3}"/>
  <p:tag name="ISPRING_SCORM_PASSING_SCORE" val="90.000000"/>
  <p:tag name="ISPRING_PRESENTATION_COURSE_TITLE" val="level1_chủ đề 2_web"/>
  <p:tag name="ISPRING_PLAYERS_CUSTOMIZATION_2" val="UEsDBBQAAgAIAOULIVE2YVgCRwMAAOEJAAAUAAAAdW5pdmVyc2FsL3BsYXllci54bWytVl1P2zAUfS4S/yHyO3FLxwYoATEktIcxIXVse6vc5DbxmtiZ7RC6X78b5zukbEir1Cq5vuf4fhxf17t+ThPnCZTmUvhk4c6JAyKQIReRTx6/3p2ck+ur4yMvS9gelMNDn+SClwCWECcEHSieGQQ/MBP7pGdwkZk4meJScbP3yXKO3O1Oyzk5Ppqhi9A+iY3JLiktisLlGhEi0jLJSxLtBjKlmQINwoCiVRjEabCX5u9o/KZSULPPQPeQmXn7xjVJy/Gs+YCkWLpSRfR0Pl/QH/efV0EMKTvhQhsmAiAOVnJmS7lhwe5ehnkCurTNvCrIFRhTBmFtM89c8sW5cLQKfFI5rFPQmkWg3UREhLZ+DWdDUGEa65qJcC3YE49Ymdta1162RR2JjqUyQW5q9A72G8lUuG7tPX+PTkTsbROm45pPD3Kx/DteJ2P91uX7ZCw2o3yTcB3jUh/SWaeToMNdvdTW2Mr2sZHtXclEHAW/cq4gtK/f2hMwX5Bqw1bmNk5XFwEu4NMdC4xU+1uEoXRr2bitUtxKKa4FtRxuu/uqoyBNtltgJlfQlGrmPfEQ5BemlO3XlVE5eHRkrLF0CPZolXLdpK4hXmzS5OwfelP6jVrzU7/WGQv4H435hERtTbgI4fmOo4+BFGtqAItd2lyTJW65ZxeTzjdp7zANTN1JwKZgIo5hKgI8+yEzjHZ2eggKiml0CXI1wvYWDoJjHsUJfs0kw3j1IE3K1G6SobdwEJzIYDcBbc0HgRslC8xQ51mGA+Bl8V6utx2h45aMdNmK0aMT49ALcm1kyn9bpQ/mpLm0kn7l9B4fOYc+Degm4y3kw/w1xGgSDOJq5sL2NQKcC08citWA56S2uhkO8YlZXz6NBnxpeihnTDOdS8M6qyzjOQ4mzyqv5hzn2cgnhC3LE3PbT2h4eVjoKOHpe2OK6zueVVms+G9wCh6Wfw0WSyy1E0Opd5+8P1/2GFCLOBkH21vToR23UjR1cF1q36pf247mhqq1UsnskKS8uhcVppoHH1GOkZK5CEcCsA2r6XWC8/hGAXMS2GJGi1M8HjLzyTt8qHO+OLvoUv6wuGiwNq6HauMqljdcR3XAnfxofZDaRLx6ruHjH1BLAwQUAAIACABghndbrKNfnjAGAAAtFwAAHQAAAHVuaXZlcnNhbC9jb21tb25fbWVzc2FnZXMubG5nrVjdbts2FL4f0HcgBATYgDZtB7QYhsQFLTOxEFl0JTo/WweBkRibqCR6+nGSXe0F9gS76dWAPUMviz1I9yQ7pGTH7lpISnphw6J8vnNIft85hzx4dZMmaCXyQqrs0Hq+/8xCIotULLP5oTVjR09+sFBR8izmicrEoZUpC70aPPrmIOHZvOJzAb8ffYPQQSqKAh6LgX66e0YyPrSmwxDbNgkCZ+iSEM9GDg097PuYOdQLXTwkrjXAVSwVynie8xKCOXjaILQDTl18QfwwsAmAamjKwmA2nVKfkZE1YAuBCplWicFFskCZKlFRLZcqL0WMZIZK+AuPIvAgL2Uiy1uUqlj0CCE4cbwQ3Jv5NcOO67CLcEJHxBqQjF8mEEaUC5GhXPBY5A/x4VF/gt0GfCSLr4Q+9UlAPAaLOR1TRq3BNBeFyEqAWy5Uqfrguc4I4gzpUWjTmcesQZDIWKC91zMSmH33ZpMh8feQukJ7jDKYzvpVsNfD0Sn4+QydTsHZ/eh0hmEBJtg/qdfE9gkMjMIzh42tgQ2rq0lzLcsFksEyB6EgseJJVbOrkVKbuyG2T0JGQzydhsMZY3dxD3n0ts3appMp9i5Clx7TcOgcQ1gqXfLsFrlqrr79/uXLm+cvXn7XCyYAPrm7QMggvXjWAchjPnVDQCNu6JFz2G393c+OzpjreMDn5kc/a6DuKfAVvlvtZr4PJG8Y6gQmX+i1cInJFxeqQgu+EqhUaCXFtckOIAKZg8QMh+FFpGAgq1oVNqITDCQCXTHfsTVBQQgqz28f10mnKhcqB3cFimsVx8anZpV+v6z1V3NL6UQF6StWKZfZfrvrM8+leGRINgF242NYXLaZFCDtwBtKr7RsHoOL6yxRPEZXkFKQpAHiy2UioyaFNryfJvy2NQofnzneMZCdugGkr9F6RCfFGI1yrifbE8XHAfEBIOeFyO9hGxquG3OEk6Qfwtg5HrvwYTqEsZwvEviUfeOYEmDCVLRmiiYd4yA4o/5IL5rOxhwteVFcqzzeYen2frYBO55NQQg22wLXpXIDDPyQ0ArkuYjKdjCIEht+N7qCqQIBQ2aSgZZUWhUlyCZdJqIUJlqpp8IjQ6lLcaVAX4ngq5r74N2IrZXmLp559jgcsk0KdXmVRYuOdiDOz+pjWw0V0GSb860xNWjhkJ5DdoFkSPtY0BPIgSd9LC5IAItMgjYbD586x3WZhLy3TkrrpBdxnWOS26YV0mxaSVUVMKKXBFKT2ZFiv5+bgEBd95iD3S/k1hp13YfN5QqaGCCgyFsdQbq3yUiL6vXM+Sk8wo5rKvWn1OO3pufj8YpnkQCyRVzv6S28i2Vs3mnaG/+/VvI3xMsm1e81VcIbkfO9vvHsFJYvKIKXpUiXZZtrvWBN+PeJQkv8iyF0mfr9/G9a8q+yM1tN/IP3Z+ew0GePWoN44Ep1362vHUnT+RNoWHRxhB4j6W411m6HDtUVsf3ccWfneEc7xwwnu1LdrT3aAHgK3RcjGMMam8gDaHVSqELdbc3ZYzt8c+robn9GhoHDoOqcictClq2ejZ4711cj5/sX1q2edafYMIe5ELIHgPPNkTqRKcQfd8CcTch6BeoSsTOTc5Giyw/vJIr++RtFi4/v/8jQGwtK2xsLPUHuh3fN6/Tj+z/l3R88+sZ6iO96Sr4oqlSsmdSpi9rotvOubMn2/nsTEOxD82Jjz9Ydj601nnQ0AtHopXBZsG6YQD0pL6MFFOErVWVxR6D64DUiRxjAmjkHguftvVcD8EkY9ShqRn/sBaL7OEidZAP2s6dKUfzSG0RPY4NRX1mU4qZsB5oNDYuCkB4dQf92ddVmwfBwN2Tz0MWqOSCv7Tqel5kD7P8qB1Fel8JUpTC03+6X6Us6QxbMGLbHE9BfYOSmqhxazT4Ia7rZdObDQa5Rrg1A0DYwWSYCkRuu9dYHVV/3QD42RzNrMOH5W0jmTKmkV2xmA7Wcyn5zurv5qMpEZr0if1gp1RNmzjTEo5G5BoKVhFP+27pziOGYGTX3QYmadwazx9iDWvEJnohl2RfQJ2RzzaOvMsy1gau4vp7+9/e/2uzrq8EmJ0Paq5/vkt7q/9V681SYi+2Dp1v33P8BUEsDBBQAAgAIAGCGd1sVHmAbowAAAH8BAAAuAAAAdW5pdmVyc2FsL3BsYXliYWNrX2FuZF9uYXZpZ2F0aW9uX3NldHRpbmdzLnhtbHWQQQqDMBBF957CGwhdh0DXpUWoFxhxlECSCZlR8PZNRG1p02Xe+z/DjGIUMX5iXdW1glnoKRBFS5xRNe93tgwLXr1xIIZ8woK850omNyxRaCMyetmUHsFyyv/wY3hrYT0/4iNeMOVCZxzqS6mwmVzysJhpY90aUI8R04AvmHPoobd4w7UniMPjDOwb/9W5mzabHd5pQB0iuSCq+UBVutdx9BdQSwMEFAACAAgAYIZ3W+zHSMFrBQAAEB4AACcAAAB1bml2ZXJzYWwvZmxhc2hfcHVibGlzaGluZ19zZXR0aW5ncy54bWzlWd1u2zYUvs9TEBp62Thukv4EtgvXVhCj/pultA3WIaClY4sLRWok5dS92gvsCXbTqwF7hl4We5DuSXZkJbId54du66LrLoLA5Pk+HvLw/FGVp29iTiagNJOi6pS3dxwCIpAhE+Oqc+wf3n/sEG2oCCmXAqqOkA55WtuqJOmQMx15YAyKaoI0Qh8kpupExiQHpdL5+fk204nKZiVPDfLr7UDGpUSBBmFAlRJOp/jPTBPQzgWDBQH+xVJcwGpbW4RUcqaODFMOhIWouWDZpig/5FRHTikXG9LgbKxkKsKG5FIRNR5WnR8abrPc3L2UyamaLAaRnYmu4WA2bA5oGLJMC8o99hZIBGwcobrlnT2HnLPQRFVnd+dBxoPypVWeGXu+eZrxNCSegjAXC8RgaEgNzX/mKyoYgUJzgK4ZlQKSLo0tSBp4Y4qBfCicChqzwMcZkp1V1Wn6pwP30B243YZ7ejxo56paI/yW33atMF671XRPuz3f9U6P/E57bZDvvvLXAK2rmTV9f+B6btd3B6fPWr01EfZKzTFup95qr4l56T7zWv66K3XrnXUh/aNe1w5zdNJ3B+1W9/mp3+u1/VZ/jprd4YXbWiktX/wKOohM1eL1NlEaDwVlHIPNlTuuwWC44lSNwZeHDL1xRLkGh/ySwPjHlHJmppmHYlQ7A0jqOoHADDLvqzqZRzlzupwQFUOXLHx7/0nh2o8eL229lK8+39a1WlaKYNePpJFfWfvyzn6h/pO929W/QdHKhIUgu1SpWcha3cCdKjyYR8fy7sOHt2txw2oVagwNIgyl5jISLo5cSrFMfxoYNsE4DVd0HaWce2mSSGXmwXRxsFDiBprKSIql+5f9JkPJw8JuEA8h7NIYFhKQd8bEIUqWHTJCT+Fo0V4CgnhUYNJjBq0cFAQ6HWrDzCzZHV5I1xWjnCAfZmUgHW/F6kFElV5yjcI+WaIJaj91pQH9c37c+dCNoh5HE5DMQa3kXRGSpqLnmKRtxPsgbMSO8PLw7AKBslJCUb2GJKlzbiUcozfbCL6EoWYGbERfQUyGH94xEvz9Fwmij+9/F+S1c+J6rx1yn7Q/vLuYjj++/4PNBbq9144N/YlMSZxqQ7BGSjgYtGQE5NeUvSVDGEkFhAOdoLFwnGmiM2Nvr0WcUK3npNTkHORenlhb3ab76h4xktBwQrFIWY8cnRrixGyEn06JkOYSh8cR0BTvwhTnQhbO5mz2tv3pZijiihRfyhpL/JrFKadfkr44kAXqDZp8M6usY/g7NbBeNqITyNSdMDifUWOmYmiSnBMnAswJTKRgSxhQQaTgU0IDLI40wYQ9YTLVOJKtAWFOrT9dwxyP13T2a4z5C1dUISgryp3yg929/YePHj852C7989uf928FXZSNfU6z5fK6sXFrs2GNvNLY3IG7oYGwQ11pI+4A3dhMWOPWVfOWxsIaeU17YY292mRYA1dajTuQtzQcK9hDqeIs6oQr9ry+97SAtzKl6w2/9aLln1xDMHOF1TKtUspKyOsryll9/60WlJ5bHzSOCJrruO17BzbhoSsxEpsgwgAzyh5gLDGzhsBGtnfso/1dK9rMzFbV6sB9YUWIBreKunbLdntWG35uIzUAncZA+gvPTlYqYN0wzvMgVg6cxVjehl8tC3xOTLby4S8czjcW5v4boeqzm9881m0oVAFVQbSxq/v/SCabNNB3fOzf9qvQ9/x0M7h8RLYR7lB1Bor4UnIr+f7lUylpiZFVceIBkBgbcrsDDOGrhqvli++5ndazXrv5P0gN3+gJ5r+KzyNL30OKd/rlD4jZTMwEi/FYsya++OpY29/bqZSun9raQrblr7i1rX8BUEsDBBQAAgAIAGCGd1uXqdYNagMAAJoMAAAhAAAAdW5pdmVyc2FsL2ZsYXNoX3NraW5fc2V0dGluZ3MueG1slVfbTuMwEH3nK6ruO10KuwUpVOoNCW0X0NLtu9NMW6uOHdlO2f79ji9pnDYhhQgJz5xjz+V4LCK1o7yzB6mo4I/dfnd41elEq1xK4HoBacaIhk5MFDwnj92nv/N5t+cgggn5DlpTvlHGUtg6FIFxrrXg1yvBNe5zzYVMCesOvz3Zn6hnkW0sgWFdylmTFZTH/Ojfj6cXUfwZd+PBdPLQRFiJNCP8MBcbcR2T1W4jRc4TE9qt+Zpo20MGklG+a42IUaWfNaSVmGY3s/6sfxklk6AUmJAepqP+6Gcri5EY2DH7wd393ehCTnnU5405oe2potrSBv3B7eCuiZaRDVSLPJlNb6a3zXiOu1e78mlcjqDhn27NHMV/APmlzUWWZ1/RSCbFxhT0hDMwXyuHCZLg9UPC9MF8rQSTkDmoVZCK0QTbIGTipPjdfE3gplr6P8MhEZm7LQV7M004mR5GITGDoZY5RL1i5XxqKz5ec42XCYZrwhQCQlMJesMM30iuim2qthL3Bz4oTwKQN5SIpWB5ChMXbwCs2kv8ZDK2cyWM72gLApSw98YgwtJYIl+wrGfIwFgi3023Xjk7nMFPPY5T6GFMfDM/rz56gRNcFvUqVoXXnDQ3t1wFR3tDgUlFAkMrqwVNwXQt6lmbC6l3FlPEyZ5uiMZ36bfBxQebjIp6Jw6vtHpdRZpqBnVyW4lcKgwG3Uufre9cjcdR3MOhRnoOa12gq8ayKea1CLVg1+1K99sd6+bWHY1vyWM3JXIHciEEU92O5+H9w23cq3zOMNMa31KQz3wtLuRwoSHc3ybRBBbuCl4KJ1qT1TbFkJoyOFbUNba+f5E/tq6xPE9jkDPUA4VCkFWbw23pZsvwVy8pfEBSJTQ4HVNvcTtO6FHvgcELAIhcbYvb4BbOk+ZMUwZ7KGZKYLAJN2UWKVR/Xb5GXFVJBpaL9OhHUCmUEFd11BCWGJeoDrPQ0S55TWJlE6sMlGK2lxtXpn0xJI1Ww/lo115IlY3RX1dAbFWlmiTX4l0Tqf2m5dqnTvYw4jS18wcdwfE1HsdhQmS+KtZZlPfMXoZg3qzjZqog1HiaKGbKDvt1FOs5HbELvJ3DtQQIx6s1XgUPwC84xILI5OUIqbwINW7HxhzxzbTTGud8mumoF5hcc45twL/xf5Lhf1BLAwQUAAIACABghndbgyFqU2YFAACaHQAAJgAAAHVuaXZlcnNhbC9odG1sX3B1Ymxpc2hpbmdfc2V0dGluZ3MueG1s3Vndbts2FL7PUxAaetk4afqTBnYK11YQo7bsWUrbYB0CWjq2uFKkSlJO3au9wJ5gN70asGfoZbEH6Z5kR1bin9hx6C5O0V4EganzfTzk+ZfKz94nnAxBaSZFxdnd3nEIiFBGTAwqzklwdH/fIdpQEVEuBVQcIR3y7HCrnGY9znTsgzEoqgnSCH2QmooTG5MelErn5+fbTKcqfyp5ZpBfb4cyKaUKNAgDqpRyOsJ/ZpSCdi4YLAjwL5HiAna4tUVIuWBqySjjQFiEmguWH4ryY5Nwp1RI9Wj4dqBkJqKa5FIRNehVnJ9qbn23vncpUzDVWQIivxJ9iIv5sjmgUcRyJSj32QcgMbBBjNru7jx0yDmLTFxx9nYe5DwoX1rkGbMXZ6c5T03iJQhzsUEChkbU0OJnsaOCPii0BuhDozJA0rm1GUkD781koViKRoImLAzwCcmvquLUg7Oue+R2Xa/mnp10m4Wq1oigETRdK4zfbNTdM68duP7ZcdBqrg0K3NfBGqB1NbOm73Rd3/UCt3v2vNFeE2Gv1BTjtqqN5pqYV+5zvxGsu5NXba0L6Ry3PTvM8WnH7TYb3ouzoN1uBo3OFDX24RlvLZfmHb+MASIzNeveJs6SnqCMY6654uMaDGYrTtUAAnnEMBr7lGtwyG8pDH7OKGdmlEcoJrW3AGlVpxCabh59FSePKGdKVxCiYhiSk9h+9HQS2k/2545eKnafHmupluVJruvE0sg71n5359FE/acPV6t/jaLlIYtAelSpccpaPMCNKjyYZsfdvcePV2txzW5lagwNY0yl5jITzq5cSrFcfxoaNsQ8DVd07Wec+1maSmWmyXR2caLENTTlvhRz/pf/Jj3Jo4ndIOlB5NEEo6BzJBzSx9DgaMJ2CoL4VGCRYwbNGk4QOutpw8y4uB1dSFcVo5xgAcMqDKTlL5g5jKnSc7EwMUheWcLDXzxpQP9a3G+xdK2oz/HOSR6RVvKuiEhd0XMsyjbiHRA2YsfoLTz3GFBWSiiq15AkVc6thBMMXxvBV9DTzICN6GtISO/zR0bCf/4mYfzl0x+CvHFOXf+NQ+6T5uePF4+TL5/+ZFMBr/3GsaE/lRlJMm0I9kQpB4OWjIG8y9gH0oO+VEA40CEaC9eZJjo39vZaxCnVekpKTcFB7hWVtOHV3df3iJGERkOKXcl65BjFkKRmI/x0RIQ0lzi8jpBm6AsjfBaxaPzM5mzbX2+GSSKR4rasMcevWZJxepv0kwuZod6gyTezyzqGv1ED621jOoRc3SGD8zE1liaGJik48UGI5YKJDGwJQyqIFHxEaIjdkCZYoYdMZhpX8j0gKqj112tY4NFNx78GODDhjioCZUW5s/tg7+Gjx0/2nx5sl/79/a/7K0EXfWKH03y7olGsrZwurJFXJpkbcNdMDHaoK3PDDaBrpwdr3LpqrpgkrJFL5glr7NWpwhq4MFvcgFwxYSxgj6RK8qwTLdhz+bBpAW/kSldrQeNlIzhdQjAOhcU2rVzKe8blLeS4ob/SQfa+XQvpu9Vu7ZiggU6agX9gkxA8ibnXhDGmlH7+jsUSM+75bWTbJwFa3LWizQ1r1Z923ZdWhGhiqzxrt63XtjrwCxupLugsAdKZebNkpQJ2CoOi8mGvwFmCDW10Z3n//2Rhq6i95QS+scT2fSSnpfMtW5mdiny2oeQEVIXxxpz1Oy4Y384mP/BNL/V+vaw4Ex8SloPuqEr/yG9jupcvgm2EW1S9BUUCKbmVfOfydSdpiL5V9+EDkARnbLsLjOBOs9O80/tuq/G83axv1PuZnft/Fynndq+v+DX5vjH3QWPyon3+C+AWrs9/Tz3c+g9QSwMEFAACAAgAYIZ3W+xMWVK2AQAAegYAAB8AAAB1bml2ZXJzYWwvaHRtbF9za2luX3NldHRpbmdzLmpzjZRRT4MwEMff9ykWfDWLMpTNtzkwWeKDiXszPhR2Y2Sl17QdOo3fXco2LXDo6Av98+v/eld6n4Nh9XipN7wbftbv9fypOa81sJpRO7hs6rxHL6zuaZ6vYJkXwHMBXgspT0t/5K9fgjL2RG2a7J+trXb8PLRf1oxrF5eEhSI0TWglob0R2jsV+KOR2TGrQ0ZOmZOdMShGKQoDwowEqoLVjHfxUD9ugi0YS1D/oGuWQsP0xp/cR73kr2NwH0bzqculWEgm9o+Y4Shh6TZTuBOrY/yxHS692UtQ1YFv+8LyXJuFgaIdOL6O/djvJ6UCreEYdxrN/NktCXOWAHcTCoNJMPsDbRh3C9qiy1zn5kSHfjgOA5eWLINOleZxdB2Nm5iovDrV7AQ/cAbeTV8ykrM9qHOsUO7kGQcoFWa2Il00tINEObJVLrIDF03tIDm7WWvb92/UHWOUoFr9/BVXdrhMpxiNa4ata7Yhbm3R11zO6AyGvNy6FfWR6gucEqm4SGiSWlySmzHtTmPnL1XaTG1BLRF51TztoYCumgmohVijFZgxLN0UlVal8+o2CnLn6dk5trY5+PoGUEsDBBQAAgAIAGCGd1uUE7MiaQAAAG4AAAAcAAAAdW5pdmVyc2FsL2xvY2FsX3NldHRpbmdzLnhtbA3MMQ6DMAxA0Z1TWN4p7daBwMZWltIDWMRFkRwbkYDg9mT7w9Nv+zMKHLylYOrw9XgisM7mgy4Of9NQvxFSJvUkpuxQDaHvqlZsJvlyzgUmWIUu3iaOJTKPFIscdhGo4VNe/8Aem666AVBLAwQUAAIACABihndbyCLGStswAABxWQAAFwAAAHVuaXZlcnNhbC91bml2ZXJzYWwucG5n7Xx7WFNn1i9Op7UzRWmntiXc0o5W62W4BbkIJONQg1bRqlW0ElKKEBBChHAxQJI6TqGtIRlFDAiS2iioCClyidyS2rRECRADYiABooaES9hEc4VsdnKCoqKnfb7nO+c853zn+fyDJw/Z71rvb/3etda71t5v9refbg9f8meXPzs4OCzZsvnjXQ4Or6IdHF5Je/01+zc12W/dtX8sIu4K/4dDTbfbuP2fP+I2Rmx0cKhlvDEb86r9/z8d3ryf6OCwVDD3t0hIuHjQwWH/a1s+3vjZkWhgyMaYlJIVZmvWX/44snjtUt1xt8Uz567+5Y9LXr+Q8cbNbwpeO31i398Tf6pdcsv//LUfem6gt/xSe/LTiOKLMVFhP/5ScXiZ5MS6qmbaJwNXpy98txkPfq4gkqcflpScNZeHBgfrjzjsGBwqEXd2Tw2dOM0BB4ZsE3OWONz92Rm9yP751fFY5zmQDp70mGVzn9cC83Y+GnD/yYDdLmjqg2PwhJgQNzYf5b7U/uUXDew8ieT7cxmpMjQV10yaE1gLQ8M/LWuUKEpSPOz//vRJgAc6PCzvjjDRBcKMT88N2etDQ/4YGMHmr3WHzw1ZwyuyLvo10RU6O66em+vKQWfy35+pBFshkzyS0Ga801dK4JGMQ1pKZM/XTNvfbthWjlBdLzuynS5O65g2pZFVVm57AOeFzOb0dv3BwaH/Q1vXA4uG4yR8awsTY+Wea17rbAcX4xyKyZPI7eb+eLzu4w+BtTbXnQ+/yJfYpuH8NOMqqm6VQLP9UgkD4cgm5mpzFC3IIQuosFmVW1PE3tktdkSZsCUfnLwdmToqGENNL+YfNpqtVvFSjkjVREkfOoec5dpaqhTQkNdSTtUp4QlwcC85t3pQeEUIK4oxNEijWyzqAD7JWE0gayYY1jFGzeLru32SikPUW/7NEEr5VqOGsem1nv1rBAlgq4h4723WbH4ka8aocPbI+pOdn8keBvyk3+X73fkSGlJrO04dt3TetOpay0VEMnUmojQoMCVHnKMIaG3tWe3Ihm1C5DXWreCbGjiYtoftrgxOG4oUAluFuwENGni6hxeRMaZLjmxAv5yxmqoOSo1kSSvtC/eTp3zRxycb96yDocNxBY11m8AYQx0Lwu2giweIkAq2i+iPSWG+dQnuRhxSzASjjCMH7ti6RlFUMnhK3gjehNTFUeVKuUqOFiRQWasZ5zBMJqixxFRRy4I8GauEI1Y69C54rctbNtIpWRaUozubNdzk8Q6WbOzTiGSaauuV7sEdnmB3Fk9fU/c3RH2jEtzRbrUeIIWaS4RFiAA9riXCdevuYTS9IIqlSdvvAZq29WaW3kgN4lG34V/vVorls+0BvFQoc7m5j74VEk44c2FouQYgXmzjaYhBLD2gs5pA5A5w9PMO/Tno2K9jQad12VOrxExTpoyYYPBP2+YpAmRkhZ/d+TE6xZGT9ZzvPhQk5BWW/UmKtZ7jWwNqwk9RrtwsPhmzSmWxs4+oHzFGDbeX+H8Ud35cvLmLFeQftqOGQKgcqhhKUSTUuaPl8hv/PiVXPzQwWviKkHY3OVpsBVQ6E3IEOZXk3LWvZJG3zOG0Rn6r5KifcOSq44kmHqZ8py9z9O2agoImTF571GmNLi0npwnfEjERPuD/sT9sIwjeTAUssyUanb+cbLaAHUbgSn9rGUqf7bqbC2dYY2/R8ccmfeLtnvCh3KHZbrr4uCktJ1QIt4QMUaLNhByDmyiOFAIA9WIp7TyAH8FzuSdE8oekziZOFKV3zt0TBfkrgMtf3vSWWZOP7bB2jp1cdAGeYkkjH/LCfTPOEQO+rfX3LmKG80pM2VQU4A80Y/CLz9NQTQrrVfjMWqox+9onpCa+p7Cxdg0BwVglODBl7vep97osSHCFIY6khP/sfxgdXFhn7uNQjBbxYHgKv0gEnquFr+aaWUoZZBZuQvdbjUAtmztkMBfJ4z4GVBRZ7CS2+2IpYnMOiarbR9/jjtYHlaHkIoB4UDqahlQQo1paG7R6Py+4C5orrqVdgTSr4S2DNfwrQ4RhkwlJ/5M9gTElr/91C/kdUZ6EFgSoZkuOXoCjEcMjtLrWct+x+o11S/5Bauqjj4u7k5nmsN2HBInRU/kVc8ZhCChzH9+p2jptxcef6gL7GXuEy7juaMS0UZE3zPjXCSaiTK3j3dh/CrYKscK0PK5G/OYAXIH8QK8zWYn7DbHxIypTtbHalNkoTDFKzQT2TQ2QavBi0EMNjZmXlrJhfvqgk+LjVj1CCliiuvFpGCRLN00c4Il7W3MTnIeGM3NyOx6Suo2M1armECcETQ1ddDxvX62W5MVvbpHtrU12joB95nvlYOdNDakJw9JYECjwXLyfbCQT5kIk2fxlKqgWysC/LpNmvtmhlC0NhV3wTYk/JStvY8ZycTSTlCs3aLUR38EUnyjk0UwmF3eAfvALPO5zNdJS948cNiiOq3V/X6+rqfuHU0ERZITkCRahhF924ghoVftcCYmtJ1NG9OdsUTJz02AHXj94c/T+HPgoGJqLCxydBkbBi7lW3PvuGO7auRBDL/9mhXHPOjuFsoPJibE70Kczydbk2C/bi2lr8BdhBf7QxcJzFRhW6sUlnNXsT12zLPLJpOD34zaL5DdY9rQwwEA21bTtAGq5sSB3wHMriSY3j3+aKhUkHHyQjCL44b5tZIKICOJ+8F0wV9eAHVzWVAPRugFoVBX1LsyXuDKpEBTLU7hdGgA/3OftAuCY6OFMjzAbb/g2jeUjQzllkj25afvBXBF5BJKZSbLXbme2mJzeIZHtEcRtZyDDiSwIqmfK5RFNyWDIhmXPsujgjLeMdf30vYPBhnqNPi2v2DEsaCX7044MSFQ9WAPHpbX4dx7c16GpzoyilpJV/nKRziSHVKkmcyFTnnEJJeJQSyEfElx+LaP3B1+a2vGGf0pKQY1IA1unf7gNWNede7JBtMu2hYlYB2pk5BQtyosLil5vauM4nrJDEulxNlOjRQNyJQZGrKHYwm3STErD1gjGTETfsDibG4zsSUApLKy1zfaAYTGBoNMoogKwSIjrWCxg+naNGG8RyYnXqHLoYcCSubAxKXJP1ld9FwxHr+dcdGRf2QlDG3Fze5Ovy8YVlzg/e1u++rNgbNyXNuz5bG1f2HxFCX88cZ5nH/bKGkd2pejJ1lrwvn1rjXmuAmihod/cMlHlTUN+H4hn8xFDIc8rfVpu/OTJfuvjkxa7PqePtsvHtNsCnJ4FeZ5k8bJKvCGronTxc7N/1+tvCe7tesVeMMT5/XPzLuyvOwUJtNeWDJFDHNn84LlK5wvWYxXhTuxHNU7BPB57keGwCv9I6OtHdVNg4hMAc4XNFtd5Y+ZKq+2y+Rk/sv9zuOcxerf1NIqxClu0YsvJFVuaM4TOjwRSDd5z1dlh17ydW+rmp9kKQ3/YVfPzowvr4pyL/Foea/rxVMxnPZPzE+76fYFQsUdodrrxEg5FNt7eDedN5Q/bBJFakhbcfjmkwjSt26cvDtce94h+51Hh98VqwdhM0dGHx1Cmc/ecSR0qH9dwMfvplIZZyzgD6jx8JPd1VS1jeFXolacIJHrNMj7eWjH3fWVYqHlQLxBloPY8KiO/uuDIHpUmHM7dXDBcSY5bVj24PSvyMXP7OryzKfj89vw7Y2TZHtdNjLazU40L5psIb+fNqs3M6OzEI6VF5PGtXljUaUnsNracNhEuiU2pbOE8s5Vvqf2RkD5J9s+mJaZPNgIfZffKEyMWWNbg7niAHautm1MQC6LZYxEplRnPYfTb9vT6gRa0xG9DtHn3AqQFaIHfBhPSNbTdb4M/4Lqpd8y/mbWAgyQ/lwpJrXlgzMf+kW+Xbz47VbnAHJeCvMR5gDmDEWhJvd1czm9ev4RSV7ATJgiVYPUCA9HsGBf3HFaBR+whKRzxXYWVl8H/bfxNU/07/fBarDnyN+F/BrNjx49RLj/1GjFHklCMFg7j2MIjpWhC2O/YLffLdv0dk4crJPJb0GeP/f60L60cy5Z4F9DbxGjGQ/+C4bzfYYKbaPBPR/22FSiolgWLplz8XcU+quaOwOY26hB2wTKvd1nSO9YPJhucd7dY+1Pr+YQhwm9fpnb6KBOowb9zudd0rZTOlsvHrb9J09zHQTf3oe2/7yLuLuHhXMnvQC+g4wHX8HChhvJ76k2AXV448bvXU1wL2Gzl8+RleieTJwZ2ODH4jPKcqZl7dldWhuOFEonPc8tWBX8D/iXbnBgJBW5oft7JjcuVYckGJFBlV655Xvli6mQYNSU596PHYR7n5o6pAS8tcNBykpqZz1aGfcQgG5DjMXsWGM7wCG22/MSYHTt8JESlK9b3h2sLPfY+I550+ujD5XDo23sOpO9UtS6bxJX/uVT3n86N/wUF+sK0TaPl/GzLOMs1unIBsxjFVq+2dGO5madtdpq9wYgONd7O5yB1EtY1Sw8z2sODuqaLkmuvHq2MGnAuR2fM0W0NbNN1rBUoexDiWZ1ReDh9YTZKJ+Odu0QwV312ngSebXPSujtoW0J4ElWfbCzIJUrfGH3kHlHqNaqsa+PZO+DsZ36g0eRL9rr+ifhuXLSYBduix+Xx/Zeqr+0IBcc1IovoADB9KqYW/jkxucXTfAKcIDBjEbsaYy3cEsIesTJJ2iAHckJITUUaGXiHWfcPruI1lnCI8SMk3wpYZWS1GPCWwevI2N22VJdQz6GaBYBhQKMgoSOuydMLNyZKYIp8PRrr1qCmY+HNVpM+irmx1rbXMOgv5V73apDHJSebi0TEKNTrauDCIK4FH3xsvSqTHZOuUCYyVZQ0BUDWyOnfJwafNsGrBsPpBMZyocpCcQ418NT2VuY28g6QPcRbMDk7xi8Mg3oz/kqS4GDLOmU0T8VrK9dlu0Jp8KDgq3xe0fWrttPG1kFGMSmniZwT2nBivRfDQ39OWChX+8PWgLGNKihZONLZPVhBvQLJuyAzO7FDOZkvIWuTkOVNfKtjj8kfZDSkPMvYzTx/X1Ncv0bYKtlPa7qCGZ5giN4vOeFDNQmwOTkQsMtTow0WNkjlcQAvXDB2TtgbrSUg1hxLdo3T94PX/Y2EAC8CHGfLXNrGgWrJkPIO8MzvpAEuMG7cRdclRfifNBqGqIQJgyE8G88RpPv6awjm0OwcoFgSizQckWkgPNqo2I7asLye2kIigYF6f12gTnfOvJ7aGAtazHu4nAWOmnBw8PS5lGCH+AeD9LyWDhgbFk6EswlwhX92DrQvMLsz32MHarPHZXIwZBIuPm8F1CqAqzbHjtr14c6rD2i5TAJ16aXnaJjwPiNFuJkUaQpuWwg7znUlkQrI+8KH0p2BcFEYY7Q4xo+xXjmSUD+J2hvErrc1VeAdUgQJMjNPPd1aYPUZVbXCwbxY9+eppdckFeR1nKr7kCiPYunSgj053BPecQ7JsVjrJAde8K2cyxRZYhDcRG6S4D5PSOz0PgOK8OH8kDVMLpMY5RE2zG1tmy15y8+LG2tnGP96VxxgMVkTtj9LaoK1y6PbhbdZquK6ILkKXzYpqgWaO97sT+FDe80YxmjNhIIBxMLc6zTk0HT45cin+fKTM5inWNckZj7VePH8wLNAPBn/UuD/c4ENmdgj+q6A/LBvVlyYJXw8LzrRT74HcBUe9A9OntLx35pXcqmD96A7WBs1d0NPsPPjnrjTtogbNv/PYI/VTr7x0+r56B5476vdXzye4KqXQ+VP89GJddh+dB4bz6HsD/O5jbwo8NV5lOAfDv95fpMyvXp3mfN/XvHlZq/nb9wOZfFBTEab1aLZgfSfCSTbQAV19kRVDlSdVYM067I45dYuAoZsGCBEk++OczBtNi1UWbdGG6mZUcx091VRc0GGq9Oxee1XvQ6OuRYclWHbeyb+fmajwS3/VpiKTFF/LfWgLgvEzfMUa/7aMYct2RHghZN7LMdtp6MFWycGxDaJkvHaaMdjzBmTvAftrgRHIdJdGqxt1U8vb8Z2L3Nf8jVz32tfdjOfrkOMn258WlcX7nRTvKztFwJLwWQFZfOeFlKg5hb39qhcGK68+yETG/IryfdJftVyZv9SRUZOH8fC6ceYUciVZauelr8UuUqFOpIU6DiBwlCTA1FP8wV0WqFDnSTA4AX/1AGGJ1jjnNsUaP6/VvPTE/1enxB3CL/Rf/l4EZo1MYav30NmGY/CZyRV5lYzeYflnNn2oK+yHDK00HMmLjlhseaerV5LvKjqEiyP0sZn4eWxjeY+WTRL3iCSketlGUD/7AAdkA9PFVMeHIOHWMesl8Rts0P3nI9cZCDBLqH5wSj/HT6GC329Xdz6QMZyhelLFcTc4HgFt4bLrdMUZ8JJLW2tBfKyd0oZb43+Ok8wUzDG5Bl0hfcezLWTmhMIaqMojRxsqhAkRGu1q5YntUzOFTvIiiFqnHMXFJptGLtZC+ZJTJkgFzPOn2XadNNssBJpcuUsFf4UZhQkGJTqBOeuj2QH+7fB1i2PHV9cbpUZU8W27qzyKEW9lIihJ0pVJvvmzQduQFZrlaKFMuPPz6CCPN2D+SCZSnPGK1XhSMvb2ubWgoImHuZ0ai38ffueI76R/EpcjdZrR1NuOralhsBYxU6wzs7VUoWx5iVsoFhusvvLHDvjPwa6/IGwy/UNOex7iIzPl9DKI17ryYw6tBznGgqeAVSAP7u27uzfZHk9pxSeijzpIfwvqpD5YJo65ExWFUWWO34DlZxbjTvYqEmL8gz+OsYwXkmdupkB+HCc0bvBTIvEmdQrmy4hIAjKBDDTaC+KKEd30jXa5Span3NBfZdJRxYk5BwI2u3HiM0hN1hpkR7Ix/51G7OEnf/aL5kYV7cdMc5drKAD9g0KHAqgmYDsAwHV9n13N99ScO/1I4V2/SeuwpHEeHWms/vZX5vaWP3R0mQvgiCBM5Q1TAFNMzcOlyLQXHNqcpNTd/6TtGaZivHD1TUSLomN9uVqBe6YrvTH5kBGKcGIN1yCo/XZrmsR/6xxQeuRI6r6UHA9JwCWXIXa2sBpwywECXF7uASmIgvj+ndubHxLbp99l9e76vXZlFIrL6Z+SHEFqSfwQ91sKbJM566ByojgY/X2hTBKnFu0zfE5JNeP5JB2DY7UqPhI4TGKP8QoyhfP+16kvU78sXhRKihiysS6TiNw1a1QZFlUj8rR28PFPKJLZwoSDvEDL7c5rc2TUHXU2XHxK9WN7ujdwVsRy3H1967a/A1WppdKPiy/UbKoDjN8qJGpdUVz+QmJCtilIpl4tyoG8TjUh1TeZ3zqCr6BOSO+bLzuY4wdJYpDbSM6N6bsoxJ796lIL4zxI1QNRR5STA3XKOzr8EoCNZlKoipIs0BjH8XmSg1xs6bI7K79/oBTPnR4gJqUk1Io++qMnEZZmlDX1vqIqsooJrcEFLEutRVkQvgk3Pe6H5/5dATsL/L9rOrW4bx2npX7M9eXTqdQcK4fIT5J4ciHw6vaugCNvYBtwP5yG24P9EYAXwUF8KNsFz62f2tUpPBC2URD6ZD++Ek0O8Fu6iiePtIskd94CO0/z72EeqUoXzTPrNTOLPcX3KfJKqMkdTWKWI/KTO8MMjNQNla+UoE5/Zaf8suk9E68RtGOp+itNbL9F0Oi5vPyO4KLKcN4/lnrLtezRR2CL582h9E2CDUruDddOaSifebh/zRPGixdB6yZlq1/Q7k+RWBvM7uQD1DkjEBrYhbvrPXJMsDQO+oYqKwA/h/Hy/SAwan0aUd7BjJRp02HZ3ut0dZjXA9qhe7W0524Uk6F3sC60qmyoV7+TLWQdSnE72k2Hjc9NouVaT5ayTdNI4ry25+CGHq8cLZ6PpM3264U7/X4y7NeD59j39Q5w9ma6iquggI+tO1yEz/rCqukWCo0sRg1fV1pawikPysX4oNy6v/r9qfrc5zJxr5IDm/6V69o8r03sNeyH/763odnt5C2jzadHZ0ea1I8KWvOhNJ4hp6tUvPMo+edOQqw/DxitXg8hKt3g4eawSdT1eVLyvb7u+xZcTacRGeUg+QF9VLs460Ud917zXjx4/H7vWmfbFj5+F7qu/Yyin7zEbKyV58fjtmusJq4HKS+RBwFTTNs04WUiUrKxASXouHmCRlPB1pGRZvTOz9dEfovntXIwUIq+6bDsf6MnX5DYFUrZksFcvxj58LdO5Un2UHRFWpdDlFMOKrJ4siV1Gbt7/4BlNosWCdOoceXJI+46U79GnGdlVR03Q9X0DgaRW3Z+cicu+vK7Fnza6/ce9nFN9+fyeGbc3bwVFnpkxhm3QSaudWpwcRY2pInpgR2EVPTtz129LKvd8PQiMGRbV2SjNW4BlXxHfusl5tC2NvpeMWfFdHdDwo1IOEEwVyyyD822VPEgn2TljtVNYRtKTC8CSZRAQ7GyQqV/CCXoba7bUi6vUDpvvjWgfWDB/26vij5gJiz90CNaKxQY29jp96j3HuvhiMaKzm3SrGmTAbIamcQ9nbaj6o2Ndl7eY0uO+dAT9g6cQnZ9uBW883UZ9bJeEUBxw6isitoTGhfIVPOHRjdJmkdfq3PsRSWJRO/3vVjiRSsQxJtsF3huH/GOwL50rKNZ6Rc4RanS6WO5eMrhY+TWd3hNfYEc20g76Z19HgjIhixN36sU4O/3Vkss/1w3q1Qzj1nT+L1RWB/9J2Oj05p5JomfqnjJz2rmaMbba3ORaM76QPGwYQnyj4RJFSdlZS8tUqlohWufiURNZUsLDf9baalZgfsW5l42dBpJYjYojctXbKp5xJTrMxNMbOp2PLl+JChBVq+s0P6e+HRdAWstMkzdjt1P7V9dMxyChyOPu37upF9qEP8YRtHQffqurKERaIbbPtuIbVETEeqnLpt7IkDLcuTOCKg/Wdg/sTTCdHdKmBSkkkOblyyAWh2LA5qhP56oRW5QY7g3kxobgsREsQXRVABvcjjc1L5wTHCK2M8UwH7Cds/e59B9Ft2rhTE2YBW2FoiiS7KwE9vgx1O22/tVAVVLKlssleVa5kNoAjQ4dvZSiIqKEUxQOwJq4J+vroXbBWj/lA/+oVsPd1l3sA/2w188wwCkXX27ECNRrwuApaSRkKdHz4/KOZxV2E+Jy01KhOiPUI582EYWGTPF5C0XYJhJ/wvR+lvDo93YmOnf36vRkv0u7g5u1/1G3nFMlEVybLNjnLEawrTo39jxCe7/mv1eM3HYwxye0bq0+bey+JQNNjcqQkpy7Yqkm9iIJePHz09erhcNJdDQ7O7CU8Sb5cHGh6abZx4m2UJjxTn3qeeTo//LTYeeGHdlq452c0OEYaLoSc3rG5Pxtwe+KGHxHxxPD1v2ZbRvgXf2a3Z0Cgh8p/cwmk45AwRbPmMiU5XqE0T4rogWa/Nl0ijcyJwMnt9EzCbIyX5Z0+Znxl85kSM4arLgvF5O7tueGfvL3gurccfdG67gn6G1L7zIHxp0XvZoxTsU1Ivw2Bor6oFqOKc+2iObObzwA+h8ySiQ4ZB7bPNav1ywVjc+pewXsL634bF9KVRdLttoj5CiK1UoGmECsXW4/dUdR3KG0oYJkv6wtSfuaNRUInNOFGFBS0Fwnab3mZpq7KBpYzhPZ5iVtEHvgRq+kyNzl8mn8R6vMMWmRvIIRA5mVPFEyNesOyiLy3+NkiNBk19rFkbKyDAfTqz4Ghf3SpEB91TsQeV57Ehxw/N1CaBRyzmjJyzj0y7a0+1Z3bGOUOjNjm/2aovPkqQ1gYV1hecIgWxVe9RzFt3tP8SxZTuboGYfF1Hnw1s02IUuJTeqar1zRHWZEFCjZZg5li7+OS03Gh6JiYnpFpScpkt7B3e28JvHbZXGJDwvj2NaUOabBJhQvwLrA6pcbSUxTwysKGRH+LFlSKi4707Sy6RQlVGNyaTGEVFVZcOVlCDBDh0F62tKTeYFv99V//AVJIhEwSTjGYJvywtOaWQSWSRXO1CtZ91f9+W+MIc1W724kUtvs3aPzC13Itbt3M3umOwom2442FQZg6p+SbewkRsU9PE1v4brKDgdDBTlkG2GwCXzunOYSH+NdU85fkC2WO3u52HPHq7Hbr2FwHyfuI2OsDQBKeXWlWmv00CjatlqcCBEdASK0+Vi+TkZOz2IH9uotRoPitjvHvt+AvetsEYU18kQuyK9+sUBWWmRylq5AYv3LIha1lPgrCgGznknx0CIBu9Kq0QrWX2zgz+BQO73NDEzHheURuqoiE0M33GVOyYh/frZAHcu5UA93uuaWilmSUCmfpi4rYWcs1xU3ZNEu6w2orGEekeO6hwSXdUBASWEJRiWA3QnDmDeSGMJPg8SVnigNPX7KM/zk/QWvZWbZ9t3a3WMlEjLmeqOcKTIDR5Vc5G9WbOmhx73OTDe2W8tjumhyOqTEyeOBNsLY9N45OCYpOoNgiY+uGFSEpB0CbuvcwpL2H9N4a1dyl7gwJpKbQpH2gxowPPV2CU+7ttCYHnN29g6F5shd+zqo4LfDb1kE69WLYhsw2X69AXEH8TAy/WeX7QdantwUSTYnby8L4TBm8RcYMYkBApB548S/C09/PM/yMV7qU9gjEUVGn7DDc8psUw988POaTytsiSOOPbcqaaRvOo2ubO5xbj8vOsX36e3onneLxoeSn6f1F07GS+JJzhgZk7WOXEcc3ofOjVZuh5oNu9UAPdHY1YioQMYsyjQwfgjXDq/YmiyGiYh5x57sehlSokWlh9JbRCksG2KJ2GTKFasuIFFWsEYzuok7jystASJoJOp+PjAqFHjyne8Mqdyv401+43HJube8tVuSM7v9tjPW3q8UOmFNFcYWE6ME7w9VQXzx18WMrZCtvGIqmZHFGCzFP8vWXuaBuZ1C71r1DrMnMPMSvLvj0jucpHcrgaOdSQGWqilQPFmTYIPKMB66L11+QPSU1wNJcxuhLXPxy5IEWky2P8lt89h0AjHNU0Ce2kXOPrTXkgRKaTUTAPfZrrXxF/VdNut5bLfipJ9VVdpV1u0lqbrf6kIFVz6/AUHxPggtYHgkqZslsETNuLB6sR94tJkIBEwnbKyQXD6kufLcghXBiaqI5F8xwpbA3o6xH/TedXxdfrlpTgf0kWNtSt0afR8Uyu7/kUMbKLXP/Ql7HqlbiWGrg34tP4ejeMlGnvolO8tAwttlueokyqWsIGYv2ap5YtWGj2hPeZ616CONQhexPvufxLVw+Ei1o1O3BIqUr4u1tBCVR8RmMR3obztc144IqEdgk4oACVIBPkKg4xQoUq5alYe82z49ICx7rsyA6SI9gxVJPKR2XCB3Zu7mfdG2DGykouVNNOyeuC9PgJCMZuaRcD8gmOfI+rP7HiEDXXloaWAIQBbb4EUIaqFjpff0x9wQ+wvyIsDWkktEiy74wIsa5RStwGZk63DtpoPW7S9ltl+5tD30aoAO5RhFDNk+0/C1urPyKrJTUtKZZzi0CPJewmsclZBnHNRD+aGm9WDLM0ljoMEZNjI1Lt9ertyws4ic2X0I7D/shtQKwJR72XnlNKK4QCi0808HnwtxD0RhER1RQiNQvNuKPqzi4rT59G9cdFTxG4ob0IvJYPzd6y8hrNpeAhIUH8flctBPpkl1bueq4EZnqNz17+vxDkZ3xojyLyceDmzD3aS0k/u53z/HLNHZ8jSTXiUPNs31pOq25ExYzOHr+ZkSfJ37MAtnswTd15a+4MED/pgb0PyJ57auhU2eTJIeRLok7f82vw2VO5e4HAnjzJo0eN7V1Rp33ql5yFz9Y6YeZOnWH51jEJO2sJmwS9gtKxd+T1tia7hVYvbG101QYYGpTKvZvJQUZBAuXd8bkccDOD1Iap7L24gA77JtrkiTulFp9CoJewKxcCrvZAg5r0BSeSzuzMcO4Sv4GfAzzrW5GJQdHU4lwwt2V7ZeTzuBm5hlXluVtzo+3+OHv/Qu7xXE+R16EJu2NcasLXbJ0BTN3vPw/YlzaR+3K3+G8sersj5rNR+XEvXuBsjjRu73wW/3w97ZPmsv8exxJfCrwUeCnwUuClwEuBlwIvBV4KvBR4KfBS4KXAS4GXAi8F/t8K3B+L+ezk3E/px/3bTLIkBjOv9PHrBFIfn3n88bd+gv/41mGh//yLCx6dT6uff2PAo2N253/j1/6/SgRjGkIb0Tg5ahubYIsp+olj/GljldnWZkvXqVLVD9Wpow9fsav6bpQ6Giy1tZ1EPjBI82wRbEGosUpxzeqMhEoVzRYokm+eZue0zgYoEV6tphHtQUNjehQQW8JIMvJvhj95SQDPIlRQH9jCzwpZZrvWu7y4Tlco63iKYiuWonwYPqP2vehSqW3MzV0rMD6y8Tt2nmRWJB+j9nt8TkLZgU/t7l7mDpm/U59aNLUPDhZE5psvNKmUuVfm32ywhD2q88IV2Y790cGh+CY3UUH2sl0/wEDJAhDNTkMRQpcnRG6wwOvyXez8k3V4Q5aiVrEdtWBAjPOrp0uhrYOX+V90KedmtdqyDTbVGSYCvYMb+5TJrUNGr1QRWTHy3hWSm10VgjZMzpP0AvuevD7hp11rKd/KIyjXzwgXOQwGCMaGcM6hQ/T186u0QcIOZ9RYu3dYb/dF8nQdyq1LQZBqw3EIUnB21GbWgDNyKshvmZJSoQAPrCAZO3v/PVbuFT3OlvVQbB1AUXVZD5wo997LQt40uWf1gv0u5OiRRtbsCCo3jQqNbqJ34WUZJD56qTuTe0JYIiRHTukmb+wdbv/AY7HDYYUjO4sVY0gP3ms9sOmkaU+M89kVr/TmWy2Ka5a1VBVnyu1Co+/3av8DsFZfutprvfnR73Uv1haVihSRyDszgaPKcom37/uNfNEpSbrfu1PBUxXm2gaN/q/cLnI9KPIhuZ4QnpX4MUehm3L3gayoqbVmFtjlkxVnyG09vhQ2pPbccDC9tOV1h8DQPEmL2Du72T0p+KvNPY1/FoytgJV8qRjIPhCE0K7EHfMgsgajrN2+fzQN296z9RgLE8GsXkYR7E354Wvaa2QpUDc3K7BY51YYqz+iv5ZD4stGD77Wl2t12+BJVRe3EvIkJPe0TnyKHm92+Gnc58lKzRDe2SKL/Dom/WosutP/Z/eTdRbLRloQ+pUvQNAVClV3Dt1QbHL9zOzO1TaTM8nRyQQ5qnt2QKPg0iphoU7uUppnaaIhd9BUqzhinLjgxU+Fvk7OcAyZs2vs36XD6kbU8WV2+xD5EopDp4gd6+kjSGhrsZZt2IuibO65+F2OO5qbkj1Em+pIcHS9uT8XkDeab+4/Kq9zKYn1czCFKU3aVL9Dj6iVyM2kne7o0lKPgObkCom+1nibQ1FOmLHQsHK57XYdy8a+V5s/R2kYkL0OnNL+u3SwwuIz9orDdvGVGEPJe9E5uYzISA7f2N23mPpQI1CiQ23BiiaPtl3WmA3YrPNWpG7958ErG2J1TlwoldSGqininlDKNGxWrbWJyc8hY6xHc3OG8B1kj9h0OPeSbTpFwTWldvkAV8lwQe6gTCMHOzRAc250AzOrT5EZORMsGt1dKK6TpPY9c/oBu6Hj/K9JzLJxrvvVYtwTK3/1btbq7w/mS3LPmSfgVNvDnZFSr9HjjUDJyZl/rpOqdGT+tbF/S/CZfbzXhzJaMMzKsJS00tyNZ7zKwoXDfg53DZ3OaP36f2j7Y2rJBXVFHJRM+jmprMXAjm7vOeH/SwPH2IhVxH2VZDmXgW4Z5mPQ5tRSC5dl5vNryFFy4Sp3i7Na6S4HD8HlUXyttmqc0MLJRRpTwPWJitonaXaVa0HMAYCpmyxELNYjPqyi1rqdXpSW4z8VQWlPIChSA9oY6lujm4w4mn9A6BQvT2I93p67MXDDStW2vOhuT2fy0cwbpmmM6g2RFdsBamQaQLwzf7IlYphbYWMUfmL3zRIfmkmBL+QUooWTVeQlpznBvv80CqI8RT7QrTv0cf72xNj4FrzH7pTeQ9iqhp2cIcLasMSRTEiFmOC3t34rIQ9WAHItvxsPl/pnV4TBBdaD/8zEAv5NIdLKzBZr8n2rVSZv2QJJFQgbnV5kKz9xnjxnWMtNb9lr1RjZR2fAROMxZ/3Bj5Lhcsd/AbSOqNMnrobWyghEhmPxTPB3ZCHQkjJiN7JGmz9oCvpLU2vBj6RcSLy6K7YrrlZ7TY3Mk5h+PZzM/3S4cattk5qnPGPtx4PJDI3NLeNGjbwesdrCiOC9WU1n280Nyvxedue12ovW5YdcpyycC7KxgddaQror3AvPmCj1wl4nMhnovBVyx6rzb8WLV5yVZBbbo8vufW2QaXRs26BVmTEWWyzbX9bEscqHwnFvaC0twRUhwyb/L8GMrIZYFf/AikTsO3mSm77J7i4+iH83nDu0QjnYSD4Gy5jJubGvmJFqnWRthrmHw21RwyxSk+Zaf9bQnXPi4zcuDkxxCursOQwkSI2sY6S2gnMgPSmND5HF/tnIRq88OT+NQd8iJ6huvpcw83Oy4W+R+ckMrbwSg7IQb3/Alifb2O/jXh8hR/QRsH+wRyE+T0J58N0EueF6ih+tEfFpuPJz6oCJJsmNYDIPQLEilAHt+lDXgN0Ny3TqG+aXugwJ8YcIKJzIpJgq18iEh/1oU6BzhVUzmkCNlKOpWUUW8FtAeSn9in/u5p6aRzsOWM4Ajv+CMSquvgPyikbtAfM5WK8Jp9LnEsNO2MdV7IRHUNov+Hu31+ycXNlwz/OVA9FT+b+YGA3ynVekVO4OV2NjGim4gpyUBTZzIIEZP5xPNmrFEbQppX8Dl8XYaGPMwgrlwvXCeiVB57NtpvlHrkbzi1Wbkg75NPj4x+duhZ5GzNELplA4F/sAn4T91IT1ptO35tNSemVPSRqsl5RcbZmnRz670sKTHC4GNbbr2VLvZuitzUBSPS2+KaKKmkwK8v1FbTQ5KbIe4g3jp+yxZaTRAOUGF7SZ7LjbSslu2e6dQFiOlirqW6HcaD8EJewFGE5nfWQT/DfdMCz79lPRsKOFYhi9GIbmNm2ZYXwj4d7RbjjgYM/WsGq0jU/ujS+7Ls1rzsVL0NcAbj1B2OA/rEo6Ye3PJKEMBYdwLWqKvD/zPQWaJQOzdrPBaxEAwI2pR/XWnd34GBMIJgiFY5qfAAWmwZT1bl33VOidJ29sWgLdg1vv9dWJkTlGPcqm165hqjbcjUeLhaZXY4OJdz8F3qgj2xYdvjHmX01uFBofL2CYEXvXpEywdmrkyrcdDmfrbONsm4KXCHtb/qMzPje4AjgccMivpoEjpLsbd4GqkwCyEVfefaWNGrC+mSH3s0w3UkcIKLihnxEDXms4enXJCJtTgHNkAz6/ZjrynxVAoe+zca/dYlBnlZF8SM4nG4s4uSpM2/T945FUs9Y6pIl1PH+4f2ymnxdIJ2NPVVpxCAB8t9zOJayP+oEzlAEYTfPUQsJ12O/t6wZHs5WLvuolymP8jFjXX8euXCcX5LXg2anV0LHkes7NRmzAevkJL8HnXtowKtT5hFQ2Q5t5awqFzEfmARbK95NaAmg+YtdBFbeVUCOfAh5SdgUoWj1CEZSpQqXs72eYR4fsXN62/hrSiL3VoPt6H/gDx/bl4TmPm1yD/bSRG9xMkarG7fGR8jmKbkIL/+BQiWv3PiMTj9PK1l/TJp3Hs++lyGvs6Mp6c8+eYm0kJdzWJOGC1I1yTfyd+eiUGR8CfLoGhQSReZB4phMIN0utnjIVF4bWk253by8YwJk8kubfrZXOwM4UYZuse2dKLQ1YsKEKa7mAbc7WVHPP103mKMA6L9rlOcysjDdn/roO69xoYZ17J9/aYLGDNBV5OYZjb1eSzVl2jxD6We6T0t3sDhC/hD2z4YItXF1qHTRtHePlS/KjbERIP5PReZdSOL/r3o/Ol4CT/84tze12CL2zwzqyIxqyF5rafPbJ9KVDd+yr2MFPMdvWhJ58aFhpeyvVPkOW5FFoAsWDNPqrjwqIz1oQtPKUZ3x/gPtOjfsuRSXfpHt12yHFhh4wyzalwJDvv81yXvpJT1D6AfZoLNb64QZxtfVK/g3NTKTGeuCYKeOp8vMYdgKNvthhOyPGMPW87nvL4TM3+pI4bTnTbtC2IuvozMcpeiXKqhRs3LIhPyUJdGuu+p0C8gnX+U7UaQEDa0GwwS0HqBoCVH3v+xVnw7jrQdzbBR3ywF/mCvvS/2nm695rClqqAcKt1uOZUKOp/DcL92bB2IFxPdGJa66Dgti8oujRYfzQr4T6SRGZQEWOf/M7QpzZDo4jdWYXNVM6tu7KrO7C3Pq7zHHlF0bRz2Jm8/8+pb9FaNA+6iaaj9ts0hc4v6diYnmWaSHKOt1QKsKn2bPVV+QnZfydpz1Ty2ymuEgFXfuWVubFm76vlC4V1Rb5vOPgcC1kLeXO9IWsScYyy10vCvkI6swBZLcwe8ErG37dKRhrmoWbI6hvbaFEJ1DujOFQ4ICQSVMdY8WiUcxlDg5fjBC9qFnTirVndsflIvZyxitsEcM5IMDNj32mA2M7+e933MHjm33T1aMFFfbssZbhBSGAA1PEtp12JYHtj362TeWOmdoMqgAP6inClJu11Hw72MS/maNt1Xf3uRJafdw2rcDEzyj+NUsI69spSBjs8/rTfgmeYsf2Vq/YNivGkqcFcEpkU7Jh6xl7g7iUBFVnlV0IbCpb/TlsU2n+rKK1chhvLXW76+kW+qj3dQhJf/GlwP/hW4P/owFvEDOMtkUZLn9RR5x4u2ju0pZN2z+u+ccX//wfUEsDBBQAAgAIAGKGd1sin466TQAAAGsAAAAbAAAAdW5pdmVyc2FsL3VuaXZlcnNhbC5wbmcueG1ss7GvyM1RKEstKs7Mz7NVMtQzULK34+WyKShKLctMLVeoAIoBBSFASaHSVsnECMEtz0wpyQCqMDCxQAhmpGamZ5TYKplbmMEF9YFmAgBQSwECAAAUAAIACADlCyFRNmFYAkcDAADhCQAAFAAAAAAAAAABAAAAAAAAAAAAdW5pdmVyc2FsL3BsYXllci54bWxQSwECAAAUAAIACABghndbrKNfnjAGAAAtFwAAHQAAAAAAAAABAAAAAAB5AwAAdW5pdmVyc2FsL2NvbW1vbl9tZXNzYWdlcy5sbmdQSwECAAAUAAIACABghndbFR5gG6MAAAB/AQAALgAAAAAAAAABAAAAAADkCQAAdW5pdmVyc2FsL3BsYXliYWNrX2FuZF9uYXZpZ2F0aW9uX3NldHRpbmdzLnhtbFBLAQIAABQAAgAIAGCGd1vsx0jBawUAABAeAAAnAAAAAAAAAAEAAAAAANMKAAB1bml2ZXJzYWwvZmxhc2hfcHVibGlzaGluZ19zZXR0aW5ncy54bWxQSwECAAAUAAIACABghndbl6nWDWoDAACaDAAAIQAAAAAAAAABAAAAAACDEAAAdW5pdmVyc2FsL2ZsYXNoX3NraW5fc2V0dGluZ3MueG1sUEsBAgAAFAACAAgAYIZ3W4MhalNmBQAAmh0AACYAAAAAAAAAAQAAAAAALBQAAHVuaXZlcnNhbC9odG1sX3B1Ymxpc2hpbmdfc2V0dGluZ3MueG1sUEsBAgAAFAACAAgAYIZ3W+xMWVK2AQAAegYAAB8AAAAAAAAAAQAAAAAA1hkAAHVuaXZlcnNhbC9odG1sX3NraW5fc2V0dGluZ3MuanNQSwECAAAUAAIACABghndblBOzImkAAABuAAAAHAAAAAAAAAABAAAAAADJGwAAdW5pdmVyc2FsL2xvY2FsX3NldHRpbmdzLnhtbFBLAQIAABQAAgAIAGKGd1vIIsZK2zAAAHFZAAAXAAAAAAAAAAAAAAAAAGwcAAB1bml2ZXJzYWwvdW5pdmVyc2FsLnBuZ1BLAQIAABQAAgAIAGKGd1sin466TQAAAGsAAAAbAAAAAAAAAAEAAAAAAHxNAAB1bml2ZXJzYWwvdW5pdmVyc2FsLnBuZy54bWxQSwUGAAAAAAoACgAGAwAAAk4AAAAA"/>
  <p:tag name="ISPRING_ULTRA_SCORM_COURCE_TITLE" val="level1_chủ đề 4_web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OUTPUT_FOLDER" val="[[&quot;p\uFFFDB\u0000{BDBE96E8-C2AB-4CF6-868E-CDDFBC496691}&quot;,&quot;E:\\bai_tap_QUIZZ\\power_point Bài tập\\lv1\\chu de 4&quot;]]"/>
  <p:tag name="ISPRING_PRESENTATION_TITLE" val="level1_chủ đề 4_web"/>
  <p:tag name="ISPRING_SCREEN_RECS_UPDATED" val="E:\bai_tap_QUIZZ\power_point Bài tập\lv1\de thi\1\de_thi_1\"/>
  <p:tag name="ISPRING_RESOURCE_FOLDER" val="E:\bai_tap_QUIZZ\trang_web_lam_bai_tap\page_luyenthi\dethi1_lv1_cd123\de_thi_1_2\"/>
  <p:tag name="ISPRING_RESOURCE_FOLDER_STATIC" val="E:\bai_tap_QUIZZ\trang_web_lam_bai_tap\page_luyenthi\dethi1_lv1_cd123\de_thi_1_2\"/>
  <p:tag name="ISPRING_PRESENTATION_PATH" val="E:\bai_tap_QUIZZ\trang_web_lam_bai_tap\page_luyenthi\dethi1_lv1_cd123\de_thi_1.ppt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QUIZ_PROPERTIES" val="&lt;QuizProperties&gt;&lt;passAction&gt;&lt;action&gt;3&lt;/action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SHAPES_ADDED" val="1"/>
  <p:tag name="GENSWF_SLIDE_UID" val="{532E3FF7-ED89-4D60-AF4B-D824F809D23E}:257"/>
  <p:tag name="ISPRING_RESOURCE_QUIZ" val="quiz1.quiz"/>
  <p:tag name="ISPRING_QUIZ_FULL_PATH" val="E:\bai_tap_QUIZZ\trang_web_lam_bai_tap\page_luyenthi\dethi1_lv1_cd123\de_thi_1_2\quiz\quiz1.quiz"/>
  <p:tag name="ISPRING_QUIZ_RELATIVE_PATH" val="de_thi_1_2\quiz\quiz1.quiz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11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level1_chủ đề 4_web</dc:title>
  <dc:creator>Phu</dc:creator>
  <cp:lastModifiedBy>Phu</cp:lastModifiedBy>
  <cp:revision>47</cp:revision>
  <dcterms:created xsi:type="dcterms:W3CDTF">2025-11-13T16:53:33Z</dcterms:created>
  <dcterms:modified xsi:type="dcterms:W3CDTF">2026-04-11T11:21:40Z</dcterms:modified>
</cp:coreProperties>
</file>